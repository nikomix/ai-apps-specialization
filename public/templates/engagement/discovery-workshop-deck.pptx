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4B87"/>
                </a:solidFill>
              </a:rPr>
              <a:t>AI Apps Discovery Workshop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04B87"/>
                </a:solidFill>
              </a:rPr>
              <a:t>2-day facilitator deck (template)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4B87"/>
                </a:solidFill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Welcome, scope &amp; success criteria</a:t>
            </a:r>
          </a:p>
          <a:p>
            <a:pPr/>
            <a:r>
              <a:t>Day 1 — Use case framing</a:t>
            </a:r>
          </a:p>
          <a:p>
            <a:pPr/>
            <a:r>
              <a:t>Day 1 — Data strategy</a:t>
            </a:r>
          </a:p>
          <a:p>
            <a:pPr/>
            <a:r>
              <a:t>Day 2 — Architecture &amp; service selection</a:t>
            </a:r>
          </a:p>
          <a:p>
            <a:pPr/>
            <a:r>
              <a:t>Day 2 — Responsible AI &amp; operations</a:t>
            </a:r>
          </a:p>
          <a:p>
            <a:pPr/>
            <a:r>
              <a:t>Closeout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4B87"/>
                </a:solidFill>
              </a:rPr>
              <a:t>Welcome, scope &amp; 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Workshop objectives</a:t>
            </a:r>
          </a:p>
          <a:p>
            <a:pPr/>
            <a:r>
              <a:t>Roles in the room</a:t>
            </a:r>
          </a:p>
          <a:p>
            <a:pPr/>
            <a:r>
              <a:t>Definition of success for the two days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4B87"/>
                </a:solidFill>
              </a:rPr>
              <a:t>Day 1 — Use case framing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Walk the candidate use cases</a:t>
            </a:r>
          </a:p>
          <a:p>
            <a:pPr/>
            <a:r>
              <a:t>Score: value × feasibility × risk</a:t>
            </a:r>
          </a:p>
          <a:p>
            <a:pPr/>
            <a:r>
              <a:t>Pick top 1–2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4B87"/>
                </a:solidFill>
              </a:rPr>
              <a:t>Day 1 — Data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Inventory data sources</a:t>
            </a:r>
          </a:p>
          <a:p>
            <a:pPr/>
            <a:r>
              <a:t>Capture location, sensitivity, refresh, owner, lineage</a:t>
            </a:r>
          </a:p>
          <a:p>
            <a:pPr/>
            <a:r>
              <a:t>Flag non-Azure-resident sources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4B87"/>
                </a:solidFill>
              </a:rPr>
              <a:t>Day 2 — Architecture &amp; service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Map use case to a reference architecture pattern</a:t>
            </a:r>
          </a:p>
          <a:p>
            <a:pPr/>
            <a:r>
              <a:t>Choose compute (ACA / AKS / App Service)</a:t>
            </a:r>
          </a:p>
          <a:p>
            <a:pPr/>
            <a:r>
              <a:t>Choose data (Cosmos DB / Azure SQL / Fabric)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4B87"/>
                </a:solidFill>
              </a:rPr>
              <a:t>Day 2 — Responsible AI &amp;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Walk the Microsoft Responsible AI Standard</a:t>
            </a:r>
          </a:p>
          <a:p>
            <a:pPr/>
            <a:r>
              <a:t>Human-in-the-loop checkpoints</a:t>
            </a:r>
          </a:p>
          <a:p>
            <a:pPr/>
            <a:r>
              <a:t>Content filters, abuse monitoring</a:t>
            </a:r>
          </a:p>
          <a:p>
            <a:pPr/>
            <a:r>
              <a:t>Change control for prompts and models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4B87"/>
                </a:solidFill>
              </a:rPr>
              <a:t>Closeout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Confirm next deliverable (HLD + costed proposal)</a:t>
            </a:r>
          </a:p>
          <a:p>
            <a:pPr/>
            <a:r>
              <a:t>Agree delivery date</a:t>
            </a:r>
          </a:p>
          <a:p>
            <a:pPr/>
            <a:r>
              <a:t>Capture lessons &amp; open questions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4B87"/>
                </a:solidFill>
              </a:rP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Confirm owners and dates</a:t>
            </a:r>
          </a:p>
          <a:p>
            <a:pPr/>
            <a:r>
              <a:t>Schedule follow-ups</a:t>
            </a:r>
          </a:p>
          <a:p>
            <a:pPr/>
            <a:r>
              <a:t>File this deck in the engagement folder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