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AI Applications on Azure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Offering one-pager (template)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Headline value proposition</a:t>
            </a:r>
          </a:p>
          <a:p>
            <a:pPr/>
            <a:r>
              <a:t>Packages</a:t>
            </a:r>
          </a:p>
          <a:p>
            <a:pPr/>
            <a:r>
              <a:t>Outcomes</a:t>
            </a:r>
          </a:p>
          <a:p>
            <a:pPr/>
            <a:r>
              <a:t>Azure stack</a:t>
            </a:r>
          </a:p>
          <a:p>
            <a:pPr/>
            <a:r>
              <a:t>Responsible AI commitment</a:t>
            </a:r>
          </a:p>
          <a:p>
            <a:pPr/>
            <a:r>
              <a:t>Proof points</a:t>
            </a:r>
          </a:p>
          <a:p>
            <a:pPr/>
            <a:r>
              <a:t>Call to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Headline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&lt;One sentence: who you help, to do what, with which Azure AI services&gt;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Envisioning Workshop — 1 week</a:t>
            </a:r>
          </a:p>
          <a:p>
            <a:pPr/>
            <a:r>
              <a:t>RAG Pilot on Azure OpenAI / AI Foundry — 4 weeks</a:t>
            </a:r>
          </a:p>
          <a:p>
            <a:pPr/>
            <a:r>
              <a:t>Production AI App on AKS / Azure Container Apps — 8–12 weeks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RAG chatbot grounded on customer documents</a:t>
            </a:r>
          </a:p>
          <a:p>
            <a:pPr/>
            <a:r>
              <a:t>Measured answer quality &gt; 80% on a 50-question eval set</a:t>
            </a:r>
          </a:p>
          <a:p>
            <a:pPr/>
            <a:r>
              <a:t>Production-grade deployment with Azure Monitor + RAI guardrails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Azure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OpenAI in Azure AI Foundry</a:t>
            </a:r>
          </a:p>
          <a:p>
            <a:pPr/>
            <a:r>
              <a:t>Azure AI Search (vector + hybrid)</a:t>
            </a:r>
          </a:p>
          <a:p>
            <a:pPr/>
            <a:r>
              <a:t>Azure Container Apps / AKS / App Service</a:t>
            </a:r>
          </a:p>
          <a:p>
            <a:pPr/>
            <a:r>
              <a:t>Azure Cosmos DB / Azure SQL / Microsoft Fabric</a:t>
            </a:r>
          </a:p>
          <a:p>
            <a:pPr/>
            <a:r>
              <a:t>Azure Monitor + Application Insights</a:t>
            </a:r>
          </a:p>
          <a:p>
            <a:pPr/>
            <a:r>
              <a:t>Microsoft Entra 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Responsible AI commitment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Mapped to Microsoft Responsible AI Standard</a:t>
            </a:r>
          </a:p>
          <a:p>
            <a:pPr/>
            <a:r>
              <a:t>Content filters, abuse monitoring, human-in-the-loop where applicable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Proof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A — &lt;industry, outcome&gt;</a:t>
            </a:r>
          </a:p>
          <a:p>
            <a:pPr/>
            <a:r>
              <a:t>Customer B — &lt;industry, outcome&gt;</a:t>
            </a:r>
          </a:p>
          <a:p>
            <a:pPr/>
            <a:r>
              <a:t>Customer C — &lt;industry, outcome&gt;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 a 60-minute envisioning workshop</a:t>
            </a:r>
          </a:p>
          <a:p>
            <a:pPr/>
            <a:r>
              <a:t>Contact: &lt;named contact&gt;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4B87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 owners and dates</a:t>
            </a:r>
          </a:p>
          <a:p>
            <a:pPr/>
            <a:r>
              <a:t>Schedule follow-ups</a:t>
            </a:r>
          </a:p>
          <a:p>
            <a:pPr/>
            <a:r>
              <a:t>File this deck in the engagement folder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